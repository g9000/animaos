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1"/>
  </p:sldIdLst>
</p:presentation>
</file>

<file path=ppt/_rels/presentation.xml.rels><Relationships xmlns="http://schemas.openxmlformats.org/package/2006/relationships"><Relationship Id="s1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a:p>
    <a:r>
      <a:t>access_token=synthetic-fixture</a:t>
    </a:r>
  </a:p>
</p:note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</p:nvSpPr>
        <p:txBody>
          <a:p>
            <a:r>
              <a:t>Public slide</a:t>
            </a:r>
          </a:p>
        </p:txBody>
      </p:sp>
    </p:spTree>
  </p:cSld>
</p:sld>
</file>